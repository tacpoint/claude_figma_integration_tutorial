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4F6FD4">
              <a:alpha val="25000"/>
            </a:srgbClr>
          </a:solidFill>
          <a:ln w="12700">
            <a:solidFill>
              <a:srgbClr val="4F6FD4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457200"/>
            <a:ext cx="2743200" cy="2743200"/>
          </a:xfrm>
          <a:prstGeom prst="ellipse">
            <a:avLst/>
          </a:prstGeom>
          <a:solidFill>
            <a:srgbClr val="7B93D0">
              <a:alpha val="20000"/>
            </a:srgbClr>
          </a:solidFill>
          <a:ln w="12700">
            <a:solidFill>
              <a:srgbClr val="7B93D0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7B93D0">
              <a:alpha val="20000"/>
            </a:srgbClr>
          </a:solidFill>
          <a:ln w="12700">
            <a:solidFill>
              <a:srgbClr val="7B93D0">
                <a:alpha val="2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82296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916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AI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457200" y="2697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for Designers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57200" y="3337560"/>
            <a:ext cx="2286000" cy="45720"/>
          </a:xfrm>
          <a:prstGeom prst="rect">
            <a:avLst/>
          </a:prstGeom>
          <a:solidFill>
            <a:srgbClr val="4F6FD4"/>
          </a:solidFill>
          <a:ln w="12700">
            <a:solidFill>
              <a:srgbClr val="4F6F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520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· Skills · Tools &amp; MCPs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Bag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777240"/>
            <a:ext cx="1645920" cy="1645920"/>
          </a:xfrm>
          <a:prstGeom prst="ellipse">
            <a:avLst/>
          </a:prstGeom>
          <a:solidFill>
            <a:srgbClr val="4F6FD4"/>
          </a:solidFill>
          <a:ln w="12700">
            <a:solidFill>
              <a:srgbClr val="4F6FD4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0584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" y="2606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137160" y="3246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in action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657600" y="4114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Claude Agent?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3657600" y="10058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is Claude operating autonomously to complete a goal — not just answering a single question, but taking a series of steps, making decisions, and using tools along the way.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0" y="2057400"/>
            <a:ext cx="24231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0" y="2057400"/>
            <a:ext cx="54864" cy="1005840"/>
          </a:xfrm>
          <a:prstGeom prst="rect">
            <a:avLst/>
          </a:prstGeom>
          <a:solidFill>
            <a:srgbClr val="4F6FD4"/>
          </a:solidFill>
          <a:ln w="12700">
            <a:solidFill>
              <a:srgbClr val="4F6F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85616" y="21305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Perceive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785616" y="2468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context, files, messages, and data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63640" y="2057400"/>
            <a:ext cx="24231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63640" y="2057400"/>
            <a:ext cx="54864" cy="1005840"/>
          </a:xfrm>
          <a:prstGeom prst="rect">
            <a:avLst/>
          </a:prstGeom>
          <a:solidFill>
            <a:srgbClr val="4F6FD4"/>
          </a:solidFill>
          <a:ln w="12700">
            <a:solidFill>
              <a:srgbClr val="4F6F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91656" y="21305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391656" y="2468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multi-step approaches to solve problems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657600" y="3291840"/>
            <a:ext cx="24231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657600" y="3291840"/>
            <a:ext cx="54864" cy="1005840"/>
          </a:xfrm>
          <a:prstGeom prst="rect">
            <a:avLst/>
          </a:prstGeom>
          <a:solidFill>
            <a:srgbClr val="4F6FD4"/>
          </a:solidFill>
          <a:ln w="12700">
            <a:solidFill>
              <a:srgbClr val="4F6FD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785616" y="33649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785616" y="3703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tools, searches the web, writes code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263640" y="3291840"/>
            <a:ext cx="24231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263640" y="3291840"/>
            <a:ext cx="54864" cy="1005840"/>
          </a:xfrm>
          <a:prstGeom prst="rect">
            <a:avLst/>
          </a:prstGeom>
          <a:solidFill>
            <a:srgbClr val="4F6FD4"/>
          </a:solidFill>
          <a:ln w="12700">
            <a:solidFill>
              <a:srgbClr val="4F6FD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91656" y="33649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Iterate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391656" y="3703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on results and adjusts its approach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6459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188720" y="6675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bundles of expertise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65760" y="1371600"/>
            <a:ext cx="8412480" cy="777240"/>
          </a:xfrm>
          <a:prstGeom prst="rect">
            <a:avLst/>
          </a:prstGeom>
          <a:solidFill>
            <a:srgbClr val="EEF2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43560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 is a pre-packaged set of instructions, best practices, and patterns that Claude can follow to consistently perform a specific type of task — like creating a PPTX, writing a Word doc, or generating production-quality UI code.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2331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2331720"/>
            <a:ext cx="2651760" cy="201168"/>
          </a:xfrm>
          <a:prstGeom prst="rect">
            <a:avLst/>
          </a:prstGeom>
          <a:solidFill>
            <a:srgbClr val="4F6FD4"/>
          </a:solidFill>
          <a:ln w="12700">
            <a:solidFill>
              <a:srgbClr val="4F6F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2606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PPTX Skill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" y="3090672"/>
            <a:ext cx="2377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how to use PptxGenJS, layout rules, QA steps, and design best practices to produce polished presentations.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0" y="2331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2331720"/>
            <a:ext cx="265176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37560" y="2606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DOCX Skill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337560" y="3090672"/>
            <a:ext cx="2377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Word document structure, styles, headers/footers, and formatting to generate professional reports and memos.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35040" y="2331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035040" y="2331720"/>
            <a:ext cx="2651760" cy="20116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72200" y="2606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Skill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172200" y="3090672"/>
            <a:ext cx="2377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UI/UX patterns, component libraries, and design system rules to produce high-quality, production-ready code.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F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Think of Skills like a recipe book — Claude follows the recipe to get a consistently great result.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5720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128016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&amp; MCPs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365760" y="1965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65760" y="242316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let Claude take action in the real world. MCPs (Model Context Protocols) are standardized connectors that plug external services — like Figma, Gmail, or Slack — directly into Claude.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" y="37033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9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= the USB port for AI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257800" y="320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Claude can do with Tools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257800" y="960120"/>
            <a:ext cx="1783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257800" y="960120"/>
            <a:ext cx="1783080" cy="164592"/>
          </a:xfrm>
          <a:prstGeom prst="rect">
            <a:avLst/>
          </a:prstGeom>
          <a:solidFill>
            <a:srgbClr val="4F6FD4"/>
          </a:solidFill>
          <a:ln w="12700">
            <a:solidFill>
              <a:srgbClr val="4F6F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49240" y="11887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Search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349240" y="15270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current info on the web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178040" y="960120"/>
            <a:ext cx="1783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178040" y="960120"/>
            <a:ext cx="1783080" cy="164592"/>
          </a:xfrm>
          <a:prstGeom prst="rect">
            <a:avLst/>
          </a:prstGeom>
          <a:solidFill>
            <a:srgbClr val="4F6FD4"/>
          </a:solidFill>
          <a:ln w="12700">
            <a:solidFill>
              <a:srgbClr val="4F6F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69480" y="11887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Figma MCP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269480" y="15270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&amp; update design files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257800" y="2240280"/>
            <a:ext cx="1783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257800" y="2240280"/>
            <a:ext cx="1783080" cy="164592"/>
          </a:xfrm>
          <a:prstGeom prst="rect">
            <a:avLst/>
          </a:prstGeom>
          <a:solidFill>
            <a:srgbClr val="4F6FD4"/>
          </a:solidFill>
          <a:ln w="12700">
            <a:solidFill>
              <a:srgbClr val="4F6FD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49240" y="24688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Gmail MCP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349240" y="280720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and send emails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178040" y="2240280"/>
            <a:ext cx="1783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178040" y="2240280"/>
            <a:ext cx="1783080" cy="164592"/>
          </a:xfrm>
          <a:prstGeom prst="rect">
            <a:avLst/>
          </a:prstGeom>
          <a:solidFill>
            <a:srgbClr val="4F6FD4"/>
          </a:solidFill>
          <a:ln w="12700">
            <a:solidFill>
              <a:srgbClr val="4F6FD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269480" y="24688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Drive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269480" y="280720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create, and organize docs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257800" y="3520440"/>
            <a:ext cx="1783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257800" y="3520440"/>
            <a:ext cx="1783080" cy="164592"/>
          </a:xfrm>
          <a:prstGeom prst="rect">
            <a:avLst/>
          </a:prstGeom>
          <a:solidFill>
            <a:srgbClr val="4F6FD4"/>
          </a:solidFill>
          <a:ln w="12700">
            <a:solidFill>
              <a:srgbClr val="4F6FD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49240" y="37490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Runner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349240" y="408736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code and return results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7178040" y="3520440"/>
            <a:ext cx="1783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7178040" y="3520440"/>
            <a:ext cx="1783080" cy="164592"/>
          </a:xfrm>
          <a:prstGeom prst="rect">
            <a:avLst/>
          </a:prstGeom>
          <a:solidFill>
            <a:srgbClr val="4F6FD4"/>
          </a:solidFill>
          <a:ln w="12700">
            <a:solidFill>
              <a:srgbClr val="4F6FD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269480" y="37490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 System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269480" y="408736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write, and manage files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All Fits Together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8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mental model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260604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173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'who'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33172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acting autonomously, pursuing a goal across multiple steps and decisions.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26060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371600"/>
            <a:ext cx="2606040" cy="502920"/>
          </a:xfrm>
          <a:prstGeom prst="rect">
            <a:avLst/>
          </a:prstGeom>
          <a:solidFill>
            <a:srgbClr val="4F6FD4"/>
          </a:solidFill>
          <a:ln w="12700">
            <a:solidFill>
              <a:srgbClr val="4F6F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4173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3280" y="19659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F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'how'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233172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expertise that tells Claude the best way to handle a particular type of task.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6060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371600"/>
            <a:ext cx="260604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4173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/ MCPs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72200" y="19659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'what'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72200" y="233172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connectors that let Claude take action — search, write, update Figma files, and more.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give Claude a goal → Skills guide the approach → Tools take real-world action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AI – Design Brown Bag</dc:title>
  <dc:subject>PptxGenJS Presentation</dc:subject>
  <dc:creator>PptxGenJS</dc:creator>
  <cp:lastModifiedBy>PptxGenJS</cp:lastModifiedBy>
  <cp:revision>1</cp:revision>
  <dcterms:created xsi:type="dcterms:W3CDTF">2026-03-18T15:49:02Z</dcterms:created>
  <dcterms:modified xsi:type="dcterms:W3CDTF">2026-03-18T15:49:02Z</dcterms:modified>
</cp:coreProperties>
</file>